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9" d="100"/>
          <a:sy n="49" d="100"/>
        </p:scale>
        <p:origin x="485" y="9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r2damianster.github.io/academic-reading-writing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4;p13">
            <a:extLst>
              <a:ext uri="{FF2B5EF4-FFF2-40B4-BE49-F238E27FC236}">
                <a16:creationId xmlns:a16="http://schemas.microsoft.com/office/drawing/2014/main" id="{A57D9295-706E-468A-379C-263AFB32974F}"/>
              </a:ext>
            </a:extLst>
          </p:cNvPr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A6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85;p13">
            <a:extLst>
              <a:ext uri="{FF2B5EF4-FFF2-40B4-BE49-F238E27FC236}">
                <a16:creationId xmlns:a16="http://schemas.microsoft.com/office/drawing/2014/main" id="{04C29DFD-EAC7-E5C6-1264-DC29160CC415}"/>
              </a:ext>
            </a:extLst>
          </p:cNvPr>
          <p:cNvSpPr txBox="1"/>
          <p:nvPr/>
        </p:nvSpPr>
        <p:spPr>
          <a:xfrm>
            <a:off x="362607" y="347712"/>
            <a:ext cx="878139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Academic</a:t>
            </a:r>
            <a:r>
              <a:rPr lang="es-ES" sz="3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Reading &amp; </a:t>
            </a:r>
            <a:r>
              <a:rPr lang="es-ES" sz="32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r>
              <a:rPr lang="es-ES" sz="3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32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Workspace</a:t>
            </a:r>
            <a:endParaRPr sz="1400" dirty="0"/>
          </a:p>
        </p:txBody>
      </p:sp>
      <p:pic>
        <p:nvPicPr>
          <p:cNvPr id="7" name="Google Shape;89;p13" descr="Dr. Arturo Rodríguez Zambrano">
            <a:extLst>
              <a:ext uri="{FF2B5EF4-FFF2-40B4-BE49-F238E27FC236}">
                <a16:creationId xmlns:a16="http://schemas.microsoft.com/office/drawing/2014/main" id="{CA55D3F9-6DE0-F954-B716-4E78FED03EA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2607" y="2069086"/>
            <a:ext cx="3004500" cy="3004500"/>
          </a:xfrm>
          <a:prstGeom prst="ellipse">
            <a:avLst/>
          </a:prstGeom>
          <a:noFill/>
          <a:ln w="76200" cap="flat" cmpd="sng">
            <a:solidFill>
              <a:srgbClr val="AAD43A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" name="Google Shape;87;p13">
            <a:extLst>
              <a:ext uri="{FF2B5EF4-FFF2-40B4-BE49-F238E27FC236}">
                <a16:creationId xmlns:a16="http://schemas.microsoft.com/office/drawing/2014/main" id="{489C7F3B-EBD4-1107-5FFB-087B79C36E93}"/>
              </a:ext>
            </a:extLst>
          </p:cNvPr>
          <p:cNvSpPr txBox="1"/>
          <p:nvPr/>
        </p:nvSpPr>
        <p:spPr>
          <a:xfrm>
            <a:off x="4134749" y="1946700"/>
            <a:ext cx="41076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Hi! </a:t>
            </a:r>
            <a:r>
              <a:rPr lang="es-E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I'm</a:t>
            </a:r>
            <a:r>
              <a:rPr lang="es-E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Dr. Arturo Rodríguez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"He creado esta plataforma con mucho cariño para apoyarte en tu camino hacia la excelencia académica...“</a:t>
            </a:r>
            <a:endParaRPr dirty="0"/>
          </a:p>
        </p:txBody>
      </p:sp>
      <p:sp>
        <p:nvSpPr>
          <p:cNvPr id="10" name="Google Shape;90;p13">
            <a:extLst>
              <a:ext uri="{FF2B5EF4-FFF2-40B4-BE49-F238E27FC236}">
                <a16:creationId xmlns:a16="http://schemas.microsoft.com/office/drawing/2014/main" id="{263337B0-9C5A-AC7F-A0F2-313D5DB25C61}"/>
              </a:ext>
            </a:extLst>
          </p:cNvPr>
          <p:cNvSpPr txBox="1"/>
          <p:nvPr/>
        </p:nvSpPr>
        <p:spPr>
          <a:xfrm>
            <a:off x="4794344" y="4327335"/>
            <a:ext cx="253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i="1" dirty="0">
                <a:solidFill>
                  <a:srgbClr val="A6CE39"/>
                </a:solidFill>
                <a:latin typeface="Calibri"/>
                <a:ea typeface="Calibri"/>
                <a:cs typeface="Calibri"/>
                <a:sym typeface="Calibri"/>
              </a:rPr>
              <a:t>0000-0002-7017-9443</a:t>
            </a:r>
            <a:endParaRPr dirty="0"/>
          </a:p>
        </p:txBody>
      </p:sp>
      <p:pic>
        <p:nvPicPr>
          <p:cNvPr id="11" name="Google Shape;91;p13">
            <a:extLst>
              <a:ext uri="{FF2B5EF4-FFF2-40B4-BE49-F238E27FC236}">
                <a16:creationId xmlns:a16="http://schemas.microsoft.com/office/drawing/2014/main" id="{FEDD5E2A-1598-CE32-82BF-3D0192B414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7452" y="4199294"/>
            <a:ext cx="706891" cy="706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88;p13">
            <a:extLst>
              <a:ext uri="{FF2B5EF4-FFF2-40B4-BE49-F238E27FC236}">
                <a16:creationId xmlns:a16="http://schemas.microsoft.com/office/drawing/2014/main" id="{6873715A-E835-D7AE-4AE8-DC510EEC4E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56424" y="5424363"/>
            <a:ext cx="1085925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86;p13">
            <a:extLst>
              <a:ext uri="{FF2B5EF4-FFF2-40B4-BE49-F238E27FC236}">
                <a16:creationId xmlns:a16="http://schemas.microsoft.com/office/drawing/2014/main" id="{680AA60D-AC80-DF4F-C57F-02BB807AB58E}"/>
              </a:ext>
            </a:extLst>
          </p:cNvPr>
          <p:cNvSpPr txBox="1"/>
          <p:nvPr/>
        </p:nvSpPr>
        <p:spPr>
          <a:xfrm>
            <a:off x="625437" y="6161744"/>
            <a:ext cx="7112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r>
              <a:rPr lang="es-ES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400" u="sng" dirty="0">
                <a:solidFill>
                  <a:srgbClr val="000000"/>
                </a:solidFill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https://academic-reading-writing.vercel.app/</a:t>
            </a:r>
            <a:r>
              <a:rPr lang="es-ES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</a:t>
            </a: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academic</a:t>
            </a: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</a:t>
            </a: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s-E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through</a:t>
            </a: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structured</a:t>
            </a: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modules and </a:t>
            </a:r>
            <a:r>
              <a:rPr lang="es-E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14" name="Google Shape;92;p13">
            <a:extLst>
              <a:ext uri="{FF2B5EF4-FFF2-40B4-BE49-F238E27FC236}">
                <a16:creationId xmlns:a16="http://schemas.microsoft.com/office/drawing/2014/main" id="{E130EF1F-BC0A-2DD3-D225-C44F777B4F4B}"/>
              </a:ext>
            </a:extLst>
          </p:cNvPr>
          <p:cNvSpPr txBox="1"/>
          <p:nvPr/>
        </p:nvSpPr>
        <p:spPr>
          <a:xfrm>
            <a:off x="4688549" y="5107317"/>
            <a:ext cx="3000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RODRIGUEZ ZAMBRANO ARTURO DAMIAN</cp:lastModifiedBy>
  <cp:revision>2</cp:revision>
  <dcterms:created xsi:type="dcterms:W3CDTF">2013-01-27T09:14:16Z</dcterms:created>
  <dcterms:modified xsi:type="dcterms:W3CDTF">2026-03-26T15:50:41Z</dcterms:modified>
  <cp:category/>
</cp:coreProperties>
</file>